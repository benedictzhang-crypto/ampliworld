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d50abfa2a4c4d" /><Relationship Type="http://schemas.openxmlformats.org/officeDocument/2006/relationships/extended-properties" Target="/docProps/app.xml" Id="R9bec7a9b7c144db7" /><Relationship Type="http://schemas.openxmlformats.org/officeDocument/2006/relationships/officeDocument" Target="/ppt/presentation.xml" Id="Rbae21205789149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95290f928462b"/>
  </p:sldMasterIdLst>
  <p:notesMasterIdLst>
    <p:notesMasterId xmlns:r="http://schemas.openxmlformats.org/officeDocument/2006/relationships" r:id="R866c672a74f243c1"/>
  </p:notesMasterIdLst>
  <p:sldIdLst>
    <p:sldId xmlns:r="http://schemas.openxmlformats.org/officeDocument/2006/relationships" id="256" r:id="Rd584c222435b4f16"/>
    <p:sldId xmlns:r="http://schemas.openxmlformats.org/officeDocument/2006/relationships" id="257" r:id="R84602654804f452b"/>
    <p:sldId xmlns:r="http://schemas.openxmlformats.org/officeDocument/2006/relationships" id="258" r:id="R30cfd8c82494470d"/>
    <p:sldId xmlns:r="http://schemas.openxmlformats.org/officeDocument/2006/relationships" id="259" r:id="R41519108e47e423e"/>
    <p:sldId xmlns:r="http://schemas.openxmlformats.org/officeDocument/2006/relationships" id="260" r:id="R9696d4586ffa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ba9c9adc7448ce" /><Relationship Type="http://schemas.openxmlformats.org/officeDocument/2006/relationships/slideMaster" Target="/ppt/slideMasters/slideMaster1.xml" Id="Rd4795290f928462b" /><Relationship Type="http://schemas.openxmlformats.org/officeDocument/2006/relationships/notesMaster" Target="/ppt/notesMasters/notesMaster1.xml" Id="R866c672a74f243c1" /><Relationship Type="http://schemas.openxmlformats.org/officeDocument/2006/relationships/presProps" Target="/ppt/presProps.xml" Id="Re8d4427e58954215" /><Relationship Type="http://schemas.openxmlformats.org/officeDocument/2006/relationships/tableStyles" Target="/ppt/tableStyles.xml" Id="R462e80f08d4b4551" /><Relationship Type="http://schemas.openxmlformats.org/officeDocument/2006/relationships/slide" Target="/ppt/slides/slide1.xml" Id="Rd584c222435b4f16" /><Relationship Type="http://schemas.openxmlformats.org/officeDocument/2006/relationships/slide" Target="/ppt/slides/slide2.xml" Id="R84602654804f452b" /><Relationship Type="http://schemas.openxmlformats.org/officeDocument/2006/relationships/slide" Target="/ppt/slides/slide3.xml" Id="R30cfd8c82494470d" /><Relationship Type="http://schemas.openxmlformats.org/officeDocument/2006/relationships/slide" Target="/ppt/slides/slide4.xml" Id="R41519108e47e423e" /><Relationship Type="http://schemas.openxmlformats.org/officeDocument/2006/relationships/slide" Target="/ppt/slides/slide5.xml" Id="R9696d4586ffa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77cb56bd3e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cdf914f8a44639" /><Relationship Type="http://schemas.openxmlformats.org/officeDocument/2006/relationships/notesMaster" Target="/ppt/notesMasters/notesMaster1.xml" Id="R399ecc28e632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4fae59bbb461b" /><Relationship Type="http://schemas.openxmlformats.org/officeDocument/2006/relationships/notesMaster" Target="/ppt/notesMasters/notesMaster1.xml" Id="R61850e2a61344f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cf87880b974360" /><Relationship Type="http://schemas.openxmlformats.org/officeDocument/2006/relationships/notesMaster" Target="/ppt/notesMasters/notesMaster1.xml" Id="Rf6b0478f362646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d1f0de67e48c7" /><Relationship Type="http://schemas.openxmlformats.org/officeDocument/2006/relationships/notesMaster" Target="/ppt/notesMasters/notesMaster1.xml" Id="Rc8daee8ebaab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397d7f0f114240" /><Relationship Type="http://schemas.openxmlformats.org/officeDocument/2006/relationships/notesMaster" Target="/ppt/notesMasters/notesMaster1.xml" Id="R0d70109e4f5c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Product vision; not a claim that every depicted feature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All trading is virtual. Leverage is an in-game simulation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Lifestyle systems and marketplace are product-direction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Premium pricing is a hypothesis. Premium property must not grant trading power or ranking advantage.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foundation includes MatrAIx Persona 8B. The proposed product uses hierarchical sampling; it does not run 8.3 billion concurrent LLMs or render 8.3 billion NPCs.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c407e5faf45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5d2ac72abf40b3" /><Relationship Type="http://schemas.openxmlformats.org/officeDocument/2006/relationships/slideLayout" Target="/ppt/slideLayouts/slideLayout1.xml" Id="R7e39b4a2996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9b4a2996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f2cf7c25b49c1" /><Relationship Type="http://schemas.openxmlformats.org/officeDocument/2006/relationships/image" Target="/ppt/media/image.png" Id="R766bb525728448f1" /><Relationship Type="http://schemas.openxmlformats.org/officeDocument/2006/relationships/notesSlide" Target="/ppt/notesSlides/notesSlide1.xml" Id="R5981623f63ae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c30b322c644ca" /><Relationship Type="http://schemas.openxmlformats.org/officeDocument/2006/relationships/image" Target="/ppt/media/image2.png" Id="R3afb083d7cf346bc" /><Relationship Type="http://schemas.openxmlformats.org/officeDocument/2006/relationships/notesSlide" Target="/ppt/notesSlides/notesSlide2.xml" Id="Rf0003637b9a6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79aaffc84a56" /><Relationship Type="http://schemas.openxmlformats.org/officeDocument/2006/relationships/image" Target="/ppt/media/image3.png" Id="Rcea00532f5374c3c" /><Relationship Type="http://schemas.openxmlformats.org/officeDocument/2006/relationships/notesSlide" Target="/ppt/notesSlides/notesSlide3.xml" Id="Rfb9b0ea0618541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a9293a4284ee6" /><Relationship Type="http://schemas.openxmlformats.org/officeDocument/2006/relationships/image" Target="/ppt/media/image4.png" Id="R5d21d021ced94a4e" /><Relationship Type="http://schemas.openxmlformats.org/officeDocument/2006/relationships/notesSlide" Target="/ppt/notesSlides/notesSlide4.xml" Id="Rf18335cff54644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6b4272b104697" /><Relationship Type="http://schemas.openxmlformats.org/officeDocument/2006/relationships/image" Target="/ppt/media/image5.png" Id="R7d2a4431402d41f1" /><Relationship Type="http://schemas.openxmlformats.org/officeDocument/2006/relationships/notesSlide" Target="/ppt/notesSlides/notesSlide5.xml" Id="R3945ea2c70634b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bb525728448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E9043-D0CE-4AB8-BA3D-F5063BD2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85761-301B-4E94-ADC8-FDEC2F87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FF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B28F2-C1CF-466D-A548-4CA44A4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38C0-9798-4080-8745-06CEF11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85A58-E62E-4965-8F87-9531D8F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70AC8-533A-430D-AF18-8481C3F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市场，终于成为</a:t>
            </a:r>
          </a:p>
          <a:p xmlns:a="http://schemas.openxmlformats.org/drawingml/2006/main">
            <a:pPr>
              <a:defRPr sz="360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一个世界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ED37D-1627-4A90-9E38-BF5EC29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rPr>
              <a:t>交易创造财富，城市兑现财富。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6D8A-1CF5-4D40-BA3A-BD1FD3C2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FF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54FB9-D655-4D22-B668-8D648D6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4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D5E4DD"/>
                </a:solidFill>
                <a:latin typeface="Hiragino Sans GB"/>
                <a:ea typeface="Hiragino Sans GB"/>
                <a:cs typeface="Hiragino Sans GB"/>
              </a:rPr>
              <a:t>从 10,000 美元出发。阅读世界、形成判断、承担结果，并把收益变成真正可见的人生。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AE408-5246-4DCD-BF5A-C53BF99F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rPr>
              <a:t>旗舰产品愿景  ·  AMPLIALPHA, INC.</a:t>
            </a:r>
          </a:p>
        </p:txBody>
      </p:sp>
    </p:spTree>
    <p:extLst>
      <p:ext uri="{BB962C8B-B14F-4D97-AF65-F5344CB8AC3E}">
        <p14:creationId xmlns:p14="http://schemas.microsoft.com/office/powerpoint/2010/main" val="6417221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b083d7cf346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46786-54E1-436D-B727-3B10EDC4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BD447-5E40-4E48-AF8A-4CC697F4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781BF-CE65-4D8C-8DC7-1E9B3FDA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7F3F7-E7A1-4BAB-810A-47AE4CA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21C0-698B-42E1-B6B8-97D54F2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4D9F-8D8F-4A77-98A6-5CC9A01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BD65B-D85A-4779-BE2D-A5081B7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238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这是一场从交易</a:t>
            </a:r>
          </a:p>
          <a:p xmlns:a="http://schemas.openxmlformats.org/drawingml/2006/main">
            <a:pPr>
              <a:defRPr sz="315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开始的游戏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D46A9-FBE0-4516-A368-4832090A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D9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9E145-D811-47B6-BA87-027060FB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295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DF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FDFE8"/>
                </a:solidFill>
                <a:latin typeface="Hiragino Sans GB"/>
                <a:ea typeface="Hiragino Sans GB"/>
                <a:cs typeface="Hiragino Sans GB"/>
              </a:rPr>
              <a:t>新闻、消费、政治与人群行为进入同一个世界状态。玩家选择标的、时机、仓位与杠杆；世界记住每一次后果。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32706-F0D7-43BF-8C0D-62E09746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32956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2B34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C3F1C-ADD4-46AA-9DA6-85C974A8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D9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69D9FF"/>
                </a:solidFill>
                <a:latin typeface="Hiragino Sans GB"/>
                <a:ea typeface="Hiragino Sans GB"/>
                <a:cs typeface="Hiragino Sans GB"/>
              </a:rPr>
              <a:t>完全虚拟市场  ·  服务端权威报价  ·  1×–5× 杠杆</a:t>
            </a:r>
          </a:p>
        </p:txBody>
      </p:sp>
    </p:spTree>
    <p:extLst>
      <p:ext uri="{BB962C8B-B14F-4D97-AF65-F5344CB8AC3E}">
        <p14:creationId xmlns:p14="http://schemas.microsoft.com/office/powerpoint/2010/main" val="6546703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00532f5374c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F2C3B-CC2A-46F8-998E-5FAD7EF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2192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65ED5-2747-4901-BE47-5C8F93E8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FF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E22AA-7E90-4941-BF2A-01F1D99A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04287-76DD-4D39-B38F-3E51ACA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903AF-C8C2-4397-B3D9-01536CA3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676AF-CA09-492A-921D-62AB5F6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D38B8-DC1B-4692-B439-FD4F472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49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收益不再只是</a:t>
            </a:r>
          </a:p>
          <a:p xmlns:a="http://schemas.openxmlformats.org/drawingml/2006/main">
            <a:pPr>
              <a:defRPr sz="32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一条曲线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105DD-4FBB-4077-A6F6-399A5624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8E5DF"/>
                </a:solidFill>
                <a:latin typeface="Hiragino Sans GB"/>
                <a:ea typeface="Hiragino Sans GB"/>
                <a:cs typeface="Hiragino Sans GB"/>
              </a:rPr>
              <a:t>它会变成住宅、汽车、旅行、衣服、声誉，以及进入下一座城市的资格。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539B7-DE1D-40A0-8C26-9F611CC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C21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08112-A445-4C03-A873-037C640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rPr>
              <a:t>交易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E1316-D44B-4977-9B69-07CD64E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6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9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3BC28-71A4-4C1E-A63B-DA991E3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F6227-DC9D-458F-ACDE-A4B4471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D9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9D9FF"/>
                </a:solidFill>
                <a:latin typeface="Hiragino Sans GB"/>
                <a:ea typeface="Hiragino Sans GB"/>
                <a:cs typeface="Hiragino Sans GB"/>
              </a:rPr>
              <a:t>拥有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204FB-B3D4-4596-9F22-07B32E3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6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9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A8BBB2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A0D9C-C000-4A7E-80D1-76EA6ADB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C21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71703-A0F4-4E2F-BC96-38A1DFB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rPr>
              <a:t>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407C0-7BEE-47D9-976E-9C1990E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A8BBB2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A8BBB2"/>
                </a:solidFill>
                <a:latin typeface="Avenir Next"/>
                <a:ea typeface="Avenir Next"/>
                <a:cs typeface="Avenir Next"/>
              </a:rPr>
              <a:t>AI CONCEPT ART</a:t>
            </a:r>
          </a:p>
        </p:txBody>
      </p:sp>
    </p:spTree>
    <p:extLst>
      <p:ext uri="{BB962C8B-B14F-4D97-AF65-F5344CB8AC3E}">
        <p14:creationId xmlns:p14="http://schemas.microsoft.com/office/powerpoint/2010/main" val="3140948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1d021ced94a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8DAC-0E3B-40DB-94C1-8FA24D2F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4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8C60D-7123-40E2-93E1-E7DE492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5EC2F-9758-43EB-8823-1AB6D9D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7D18-5192-4D42-AFAC-744F9DA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2E8FF-B894-4D89-9465-7129AD6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21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21D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9670F-22A5-4219-8FD1-8749F21E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16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1716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3BE36-FD32-47BC-A5BB-B989986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32575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rPr>
              <a:t>一座真正运转的</a:t>
            </a:r>
          </a:p>
          <a:p xmlns:a="http://schemas.openxmlformats.org/drawingml/2006/main">
            <a:pPr>
              <a:defRPr sz="30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rPr>
              <a:t>游戏经济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D1EE6-931B-4D18-80DF-A890C8D4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43225"/>
            <a:ext cx="3257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5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6655E"/>
                </a:solidFill>
                <a:latin typeface="Hiragino Sans GB"/>
                <a:ea typeface="Hiragino Sans GB"/>
                <a:cs typeface="Hiragino Sans GB"/>
              </a:rPr>
              <a:t>大部分房产由虚拟美元购买。最稀有的庄园既可通过惊人的游戏成绩获得，也可购买不增加任何交易优势的 Founders 外观版本。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33EC2-8F7D-4862-838B-4CD2F06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923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DCA61-36C8-4ECF-BF38-35C7A39C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D64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8D641D"/>
                </a:solidFill>
                <a:latin typeface="Hiragino Sans GB"/>
                <a:ea typeface="Hiragino Sans GB"/>
                <a:cs typeface="Hiragino Sans GB"/>
              </a:rPr>
              <a:t>1 美元  =  100 AMPLI CREDITS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94D13-D13D-4261-9BEA-236DDF56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221D"/>
                </a:solidFill>
                <a:latin typeface="Hiragino Sans GB"/>
                <a:ea typeface="Hiragino Sans GB"/>
                <a:cs typeface="Hiragino Sans GB"/>
              </a:rPr>
              <a:t>FOUNDERS 版本  ·  49,900 CREDITS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B8923-D108-4CF6-A596-33453368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32575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AE1CD"/>
          </a:solidFill>
          <a:ln xmlns:a="http://schemas.openxmlformats.org/drawingml/2006/main" w="9525">
            <a:solidFill>
              <a:srgbClr val="C9A4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FD4E8-BCFF-4FA9-B4A8-DD013965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F57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6F572A"/>
                </a:solidFill>
                <a:latin typeface="Hiragino Sans GB"/>
                <a:ea typeface="Hiragino Sans GB"/>
                <a:cs typeface="Hiragino Sans GB"/>
              </a:rPr>
              <a:t>绝不出售收益率、杠杆或排行榜名次</a:t>
            </a:r>
          </a:p>
        </p:txBody>
      </p:sp>
    </p:spTree>
    <p:extLst>
      <p:ext uri="{BB962C8B-B14F-4D97-AF65-F5344CB8AC3E}">
        <p14:creationId xmlns:p14="http://schemas.microsoft.com/office/powerpoint/2010/main" val="1133254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a4431402d41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9230C-DAC1-43E5-8E39-74304B99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1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BA94C-96DF-4F8C-AABA-9446421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8D3B2-809E-4727-A0C4-18B23E67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FF68-82EC-42A6-ABFC-FDF02943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2556F-6628-4319-85E6-58027E19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6BB2F-926E-41AA-B9E9-FA62F8C7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4CBDB-ACF9-4FF9-AFC9-7F6E1F85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34766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80 亿人，不必同时</a:t>
            </a:r>
          </a:p>
          <a:p xmlns:a="http://schemas.openxmlformats.org/drawingml/2006/main">
            <a:pPr>
              <a:defRPr sz="29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出现在屏幕上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95883-0ED3-401E-9458-D3984FF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EDCE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EDCE6"/>
                </a:solidFill>
                <a:latin typeface="Hiragino Sans GB"/>
                <a:ea typeface="Hiragino Sans GB"/>
                <a:cs typeface="Hiragino Sans GB"/>
              </a:rPr>
              <a:t>全球人口框架在后台运行；群体模型形成行为，活跃代理形成记忆，持久 NPC 让模拟变得可见。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5F3E1-F1B1-49D9-9949-6CC6EBA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D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ABED8-3661-4E05-B81F-86EA566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B4AF-E63C-4890-8BE3-E28FCBE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83 亿人口画像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6090A-6262-4B1E-B6AB-821D4B3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F9258-2938-4C64-9C5A-ACABE9AA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100 万加权核心集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5FEB8-F7D8-45C0-A125-DFE588D8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BE2AC-2762-446C-969A-377E7F3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活跃行为群体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9944C-19D3-402D-B211-82AA2F9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9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D1C74-9D8B-4D6B-8FDD-F1B18187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BFFB5"/>
                </a:solidFill>
                <a:latin typeface="Hiragino Sans GB"/>
                <a:ea typeface="Hiragino Sans GB"/>
                <a:cs typeface="Hiragino Sans GB"/>
              </a:rPr>
              <a:t>可见持久 NPC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9FCC9-4CAF-4599-968C-FDD0C910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62650"/>
            <a:ext cx="6286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7BCA7-7951-4DFD-AA8E-3CEC5C0B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483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6FCF9"/>
                </a:solidFill>
                <a:latin typeface="Hiragino Sans GB"/>
                <a:ea typeface="Hiragino Sans GB"/>
                <a:cs typeface="Hiragino Sans GB"/>
              </a:rPr>
              <a:t>游戏创造参与；参与行为成为更丰富的市场传感器。</a:t>
            </a:r>
          </a:p>
        </p:txBody>
      </p:sp>
    </p:spTree>
    <p:extLst>
      <p:ext uri="{BB962C8B-B14F-4D97-AF65-F5344CB8AC3E}">
        <p14:creationId xmlns:p14="http://schemas.microsoft.com/office/powerpoint/2010/main" val="1099567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2026-09-10T21:48:10.2390000Z</dcterms:created>
  <dcterms:modified xsi:type="dcterms:W3CDTF">2026-09-10T21:48:10.2390000Z</dcterms:modified>
</coreProperties>
</file>